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22"/>
    <p:sldId id="264" r:id="rId23"/>
  </p:sldIdLst>
  <p:notesMasterIdLst>
    <p:notesMasterId r:id="rId9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SemiBold"/>
      <p:regular r:id="rId201315"/>
    </p:embeddedFont>
    <p:embeddedFont>
      <p:font typeface="DM Sans Bold"/>
      <p:regular r:id="rId201316"/>
    </p:embeddedFont>
    <p:embeddedFont>
      <p:font typeface="Radio Canada Medium"/>
      <p:regular r:id="rId201317"/>
    </p:embeddedFont>
    <p:embeddedFont>
      <p:font typeface="Radio Canada SemiBold"/>
      <p:regular r:id="rId201318"/>
    </p:embeddedFont>
    <p:embeddedFont>
      <p:font typeface="Radio Canada Bold"/>
      <p:regular r:id="rId201319"/>
    </p:embeddedFont>
    <p:embeddedFont>
      <p:font typeface="Radio Canada"/>
      <p:regular r:id="rId201320"/>
    </p:embeddedFont>
    <p:embeddedFont>
      <p:font typeface="Radio Canada Big 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8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33">
              <a:alpha val="68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78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2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2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2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6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2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-6-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116837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FFFFFF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PROJECT PRESENTATION · JAVA CONCEPTS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2659162"/>
            <a:ext cx="11175720" cy="1865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200" b="1" spc="-108" kern="0" dirty="0">
                <a:solidFill>
                  <a:srgbClr val="FFFFFF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Online Store</a:t>
            </a:r>
            <a:endParaRPr lang="en-US" sz="72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7200" b="1" spc="-108" kern="0" dirty="0">
                <a:solidFill>
                  <a:srgbClr val="FFFFFF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Cart and Order Pipeline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07987" y="4740374"/>
            <a:ext cx="1168370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structured path from product selection to order confirmation.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7987" y="5247084"/>
            <a:ext cx="5435464" cy="1102916"/>
          </a:xfrm>
          <a:prstGeom prst="rect">
            <a:avLst/>
          </a:prstGeom>
          <a:solidFill>
            <a:srgbClr val="C6E93D"/>
          </a:solidFill>
          <a:ln/>
        </p:spPr>
      </p:sp>
      <p:sp>
        <p:nvSpPr>
          <p:cNvPr id="6" name="Text 4"/>
          <p:cNvSpPr/>
          <p:nvPr/>
        </p:nvSpPr>
        <p:spPr>
          <a:xfrm>
            <a:off x="736582" y="5475684"/>
            <a:ext cx="520687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000000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PREPARED BY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6582" y="5774730"/>
            <a:ext cx="4978275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Swaroopa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248244" y="5247084"/>
            <a:ext cx="5435464" cy="1102916"/>
          </a:xfrm>
          <a:prstGeom prst="rect">
            <a:avLst/>
          </a:prstGeom>
          <a:solidFill>
            <a:srgbClr val="F3FBD6"/>
          </a:solidFill>
          <a:ln/>
        </p:spPr>
      </p:sp>
      <p:sp>
        <p:nvSpPr>
          <p:cNvPr id="9" name="Text 7"/>
          <p:cNvSpPr/>
          <p:nvPr/>
        </p:nvSpPr>
        <p:spPr>
          <a:xfrm>
            <a:off x="6476838" y="5475684"/>
            <a:ext cx="520687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000000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PREPARED BY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76838" y="5774730"/>
            <a:ext cx="4978275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Nagasri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411480"/>
            <a:ext cx="9509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950976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17320"/>
            <a:ext cx="9281160" cy="11430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The Online Store Cart and Order Pipeline models how a customer selects a product, enters quantity, calculates the amount, applies a discount, and confirms an order. The project demonstrates basic Java concepts through one complete shopping-cart process.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971800"/>
            <a:ext cx="4480560" cy="1920240"/>
          </a:xfrm>
          <a:prstGeom prst="roundRect">
            <a:avLst/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91440"/>
          <a:lstStyle/>
          <a:p>
            <a:pPr algn="ctr"/>
            <a:r>
              <a:rPr sz="2000" b="1">
                <a:solidFill>
                  <a:srgbClr val="191919"/>
                </a:solidFill>
                <a:latin typeface="Aptos"/>
              </a:rPr>
              <a:t>Purpose</a:t>
            </a:r>
          </a:p>
          <a:p>
            <a:r>
              <a:rPr sz="1500">
                <a:solidFill>
                  <a:srgbClr val="191919"/>
                </a:solidFill>
                <a:latin typeface="Aptos"/>
              </a:rPr>
              <a:t>Create a simple and structured path from product selection to successful order confirmation.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2971800"/>
            <a:ext cx="4480560" cy="1920240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91440"/>
          <a:lstStyle/>
          <a:p>
            <a:pPr algn="ctr"/>
            <a:r>
              <a:rPr sz="2000" b="1">
                <a:solidFill>
                  <a:srgbClr val="191919"/>
                </a:solidFill>
                <a:latin typeface="Aptos"/>
              </a:rPr>
              <a:t>Pipeline</a:t>
            </a:r>
          </a:p>
          <a:p>
            <a:r>
              <a:rPr sz="1500">
                <a:solidFill>
                  <a:srgbClr val="191919"/>
                </a:solidFill>
                <a:latin typeface="Aptos"/>
              </a:rPr>
              <a:t>Product selection → quantity → total calculation → discount → order status.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411480"/>
            <a:ext cx="9509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950976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Online Store Cart and Order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00200"/>
            <a:ext cx="4526280" cy="2240280"/>
          </a:xfrm>
          <a:prstGeom prst="roundRect">
            <a:avLst/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91440"/>
          <a:lstStyle/>
          <a:p>
            <a:pPr algn="ctr"/>
            <a:r>
              <a:rPr sz="2000" b="1">
                <a:solidFill>
                  <a:srgbClr val="191919"/>
                </a:solidFill>
                <a:latin typeface="Aptos"/>
              </a:rPr>
              <a:t>What is the project?</a:t>
            </a:r>
          </a:p>
          <a:p>
            <a:r>
              <a:rPr sz="1500">
                <a:solidFill>
                  <a:srgbClr val="191919"/>
                </a:solidFill>
                <a:latin typeface="Aptos"/>
              </a:rPr>
              <a:t>A Java program that lets a customer choose a product, enter quantity, calculate the total price and receive an order status.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6360" y="1600200"/>
            <a:ext cx="4480560" cy="2240280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91440"/>
          <a:lstStyle/>
          <a:p>
            <a:pPr algn="ctr"/>
            <a:r>
              <a:rPr sz="2000" b="1">
                <a:solidFill>
                  <a:srgbClr val="191919"/>
                </a:solidFill>
                <a:latin typeface="Aptos"/>
              </a:rPr>
              <a:t>Main inputs</a:t>
            </a:r>
          </a:p>
          <a:p>
            <a:r>
              <a:rPr sz="1500">
                <a:solidFill>
                  <a:srgbClr val="191919"/>
                </a:solidFill>
                <a:latin typeface="Aptos"/>
              </a:rPr>
              <a:t>Product number and quantity are taken using the Scanner class.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069080"/>
            <a:ext cx="9235440" cy="1417320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91440"/>
          <a:lstStyle/>
          <a:p>
            <a:pPr algn="ctr"/>
            <a:r>
              <a:rPr sz="2000" b="1">
                <a:solidFill>
                  <a:srgbClr val="191919"/>
                </a:solidFill>
                <a:latin typeface="Aptos"/>
              </a:rPr>
              <a:t>Main output</a:t>
            </a:r>
          </a:p>
          <a:p>
            <a:r>
              <a:rPr sz="1500">
                <a:solidFill>
                  <a:srgbClr val="191919"/>
                </a:solidFill>
                <a:latin typeface="Aptos"/>
              </a:rPr>
              <a:t>The program displays price, total amount, discount, final amount and Premium/Normal Order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411480"/>
            <a:ext cx="9509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950976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Basic Shopping-Cart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00200"/>
            <a:ext cx="9235440" cy="2788920"/>
          </a:xfrm>
          <a:prstGeom prst="roundRect">
            <a:avLst/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91440"/>
          <a:lstStyle/>
          <a:p>
            <a:pPr algn="ctr"/>
            <a:r>
              <a:rPr sz="2000" b="1">
                <a:solidFill>
                  <a:srgbClr val="191919"/>
                </a:solidFill>
                <a:latin typeface="Aptos"/>
              </a:rPr>
              <a:t>Limitations</a:t>
            </a:r>
          </a:p>
          <a:p>
            <a:r>
              <a:rPr sz="1500">
                <a:solidFill>
                  <a:srgbClr val="191919"/>
                </a:solidFill>
                <a:latin typeface="Aptos"/>
              </a:rPr>
              <a:t>• Cart actions may be handled as separate steps.
• Validation and calculations can be less structured.
• Repeated order behavior is harder to organize.
• Product data may not be stored in an ordered collection.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09160"/>
            <a:ext cx="9235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100" b="1">
                <a:solidFill>
                  <a:srgbClr val="E6FF3C"/>
                </a:solidFill>
                <a:latin typeface="Aptos"/>
              </a:rPr>
              <a:t>Need: a clear and structured order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411480"/>
            <a:ext cx="9509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950976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Java-Based Order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08760"/>
            <a:ext cx="4480560" cy="1600200"/>
          </a:xfrm>
          <a:prstGeom prst="roundRect">
            <a:avLst/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91440"/>
          <a:lstStyle/>
          <a:p>
            <a:pPr algn="ctr"/>
            <a:r>
              <a:rPr sz="2000" b="1">
                <a:solidFill>
                  <a:srgbClr val="191919"/>
                </a:solidFill>
                <a:latin typeface="Aptos"/>
              </a:rPr>
              <a:t>Input &amp; Data</a:t>
            </a:r>
          </a:p>
          <a:p>
            <a:r>
              <a:rPr sz="1500">
                <a:solidFill>
                  <a:srgbClr val="191919"/>
                </a:solidFill>
                <a:latin typeface="Aptos"/>
              </a:rPr>
              <a:t>Scanner + variables + 1D arrays store the selected product, price and quantity.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6360" y="1508760"/>
            <a:ext cx="4480560" cy="1600200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91440"/>
          <a:lstStyle/>
          <a:p>
            <a:pPr algn="ctr"/>
            <a:r>
              <a:rPr sz="2000" b="1">
                <a:solidFill>
                  <a:srgbClr val="191919"/>
                </a:solidFill>
                <a:latin typeface="Aptos"/>
              </a:rPr>
              <a:t>Processing</a:t>
            </a:r>
          </a:p>
          <a:p>
            <a:r>
              <a:rPr sz="1500">
                <a:solidFill>
                  <a:srgbClr val="191919"/>
                </a:solidFill>
                <a:latin typeface="Aptos"/>
              </a:rPr>
              <a:t>Operators calculate the total; if-else applies discount and decides the order status.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3429000"/>
            <a:ext cx="4480560" cy="1600200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91440"/>
          <a:lstStyle/>
          <a:p>
            <a:pPr algn="ctr"/>
            <a:r>
              <a:rPr sz="2000" b="1">
                <a:solidFill>
                  <a:srgbClr val="191919"/>
                </a:solidFill>
                <a:latin typeface="Aptos"/>
              </a:rPr>
              <a:t>Reusable Behavior</a:t>
            </a:r>
          </a:p>
          <a:p>
            <a:r>
              <a:rPr sz="1500">
                <a:solidFill>
                  <a:srgbClr val="191919"/>
                </a:solidFill>
                <a:latin typeface="Aptos"/>
              </a:rPr>
              <a:t>Method overloading provides two versions of displayOrder(), keeping the program reusable.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3429000"/>
            <a:ext cx="4480560" cy="1600200"/>
          </a:xfrm>
          <a:prstGeom prst="roundRect">
            <a:avLst/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91440"/>
          <a:lstStyle/>
          <a:p>
            <a:pPr algn="ctr"/>
            <a:r>
              <a:rPr sz="2000" b="1">
                <a:solidFill>
                  <a:srgbClr val="191919"/>
                </a:solidFill>
                <a:latin typeface="Aptos"/>
              </a:rPr>
              <a:t>Result</a:t>
            </a:r>
          </a:p>
          <a:p>
            <a:r>
              <a:rPr sz="1500">
                <a:solidFill>
                  <a:srgbClr val="191919"/>
                </a:solidFill>
                <a:latin typeface="Aptos"/>
              </a:rPr>
              <a:t>The program produces the final amount and Premium/Normal Order status.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257800"/>
            <a:ext cx="9235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Proposed flow: Input → Calculate → Validate → Discount → Order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411480"/>
            <a:ext cx="9509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CO ATTAINMENTS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950976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Java Concepts Used in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08760"/>
            <a:ext cx="2880360" cy="3337560"/>
          </a:xfrm>
          <a:prstGeom prst="roundRect">
            <a:avLst/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91440"/>
          <a:lstStyle/>
          <a:p>
            <a:pPr algn="ctr"/>
            <a:r>
              <a:rPr sz="2000" b="1">
                <a:solidFill>
                  <a:srgbClr val="191919"/>
                </a:solidFill>
                <a:latin typeface="Aptos"/>
              </a:rPr>
              <a:t>CO1</a:t>
            </a:r>
          </a:p>
          <a:p>
            <a:r>
              <a:rPr sz="1500">
                <a:solidFill>
                  <a:srgbClr val="191919"/>
                </a:solidFill>
                <a:latin typeface="Aptos"/>
              </a:rPr>
              <a:t>Scanner class – takes product number and quantity.
Variables – store choice, quantity, price, total and discount.
Operators – +, -, *, &gt;=, &amp;&amp; for calculations and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508760"/>
            <a:ext cx="2880360" cy="3337560"/>
          </a:xfrm>
          <a:prstGeom prst="roundRect">
            <a:avLst/>
          </a:prstGeom>
          <a:solidFill>
            <a:srgbClr val="EFF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91440"/>
          <a:lstStyle/>
          <a:p>
            <a:pPr algn="ctr"/>
            <a:r>
              <a:rPr sz="2000" b="1">
                <a:solidFill>
                  <a:srgbClr val="191919"/>
                </a:solidFill>
                <a:latin typeface="Aptos"/>
              </a:rPr>
              <a:t>CO2</a:t>
            </a:r>
          </a:p>
          <a:p>
            <a:r>
              <a:rPr sz="1500">
                <a:solidFill>
                  <a:srgbClr val="191919"/>
                </a:solidFill>
                <a:latin typeface="Aptos"/>
              </a:rPr>
              <a:t>If-else – validates the product and applies discount/order status.
For loop – displays the available products from the 1D arrays.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508760"/>
            <a:ext cx="2880360" cy="3337560"/>
          </a:xfrm>
          <a:prstGeom prst="roundRect">
            <a:avLst/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91440"/>
          <a:lstStyle/>
          <a:p>
            <a:pPr algn="ctr"/>
            <a:r>
              <a:rPr sz="2000" b="1">
                <a:solidFill>
                  <a:srgbClr val="191919"/>
                </a:solidFill>
                <a:latin typeface="Aptos"/>
              </a:rPr>
              <a:t>CO3</a:t>
            </a:r>
          </a:p>
          <a:p>
            <a:r>
              <a:rPr sz="1500">
                <a:solidFill>
                  <a:srgbClr val="191919"/>
                </a:solidFill>
                <a:latin typeface="Aptos"/>
              </a:rPr>
              <a:t>Method overloading – two displayOrder() methods with different parameters.
1D array – stores product names and prices.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166360"/>
            <a:ext cx="9235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All three COs are integrated into one end-to-end order process.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411480"/>
            <a:ext cx="9509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950976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End-to-End Order Pipeline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417320"/>
            <a:ext cx="8823960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440680"/>
            <a:ext cx="905256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The original flowchart is retained to show the complete movement from product selection to order confirmation.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411480"/>
            <a:ext cx="9509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RESULT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950976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Java Program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9098280" cy="3611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6661b89-7f24-41de-8800-f0e9424e15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72768"/>
            <a:ext cx="8686800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5230368"/>
            <a:ext cx="90525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Sample result: Quantity = 2 | Total = Rs.100000 | Discount = Rs.10000 | Final Amount = Rs.90000 | Premium Order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554480"/>
            <a:ext cx="92354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423160"/>
            <a:ext cx="9235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Online Store Cart and Order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246120"/>
            <a:ext cx="92354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2100" b="0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2026-09-28T14:07:57Z</dcterms:created>
  <dcterms:modified xsi:type="dcterms:W3CDTF">2026-09-28T14:07:57Z</dcterms:modified>
</cp:coreProperties>
</file>